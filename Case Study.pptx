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0D84B-C182-420D-9481-25EBF40FBC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A095D1-99F1-4566-8486-18D10D7205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50A998-3C64-4427-A9AA-F3B1F4495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CDAE4-581B-4AF4-8EB5-D688FD433E6D}" type="datetimeFigureOut">
              <a:rPr lang="en-US" smtClean="0"/>
              <a:t>4/20/2020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962A00-29FA-4EBB-A21A-4231B8CB1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4CC55B-B9A6-44FA-8D89-62EA33A74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97766-88B8-406B-982A-36F5E92EF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30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00159-BB15-4FC1-A073-47DB3B9E5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3B320-7248-4215-B5E5-32C0C5138B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EB8FC8-153A-4F77-A25C-739EAD8BD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CDAE4-581B-4AF4-8EB5-D688FD433E6D}" type="datetimeFigureOut">
              <a:rPr lang="en-US" smtClean="0"/>
              <a:t>4/20/2020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A89884-7270-49FC-AC81-66F5D6A05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118A4-BA1F-40F0-9BE1-ADE51CDA3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97766-88B8-406B-982A-36F5E92EF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584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02BF1-798A-4B04-8FE1-E69ADF0F0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DE34D4-AA2F-465A-928F-109B1B2CCA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74E8C0-8A54-4917-A0BB-39CEFAA4E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CDAE4-581B-4AF4-8EB5-D688FD433E6D}" type="datetimeFigureOut">
              <a:rPr lang="en-US" smtClean="0"/>
              <a:t>4/20/2020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F2669-8543-4AA5-9068-0D08E6892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299AE-1124-46D5-A575-348C52B34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97766-88B8-406B-982A-36F5E92EF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083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ED879-8E49-4D30-B51D-D779D76CA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6E492-A2B4-43D6-9CCB-E353B62AFC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2DC746-344B-4E9D-94B3-8D4BDF971E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09C8E1-448D-446F-8722-9CC0A285F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CDAE4-581B-4AF4-8EB5-D688FD433E6D}" type="datetimeFigureOut">
              <a:rPr lang="en-US" smtClean="0"/>
              <a:t>4/20/2020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A254AE-76C3-46E7-BECA-0107983E8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E09CCF-3B41-4A14-8245-5F9C028E9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97766-88B8-406B-982A-36F5E92EF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142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197F2-5E82-4AD4-97F3-DD9CDD2FE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A103F0-9B6F-46E2-ACDC-A670AC91C5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3E278F-47D6-476B-88F4-AB7367DCCB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3DAA62-506B-4329-9D90-3273CDA4EF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2360B8-2F0F-414B-9C40-649C13253D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6E7065-75B3-408C-87D3-75CF7AB87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CDAE4-581B-4AF4-8EB5-D688FD433E6D}" type="datetimeFigureOut">
              <a:rPr lang="en-US" smtClean="0"/>
              <a:t>4/20/2020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662B37-4184-4458-92B3-AF3F0B4C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821229-ED4D-46D2-A379-60C39BC90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97766-88B8-406B-982A-36F5E92EF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306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D4BEF-4F9D-48CD-A1A2-F8D09B16D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0B67CF-2159-42A1-A034-F1780E364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CDAE4-581B-4AF4-8EB5-D688FD433E6D}" type="datetimeFigureOut">
              <a:rPr lang="en-US" smtClean="0"/>
              <a:t>4/20/2020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92E168-409D-408A-A508-DFA4754F0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D50308-23F0-4258-81F1-1D37456F0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97766-88B8-406B-982A-36F5E92EF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420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C07FE5-E70C-49F8-8152-1CA63EDF7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CDAE4-581B-4AF4-8EB5-D688FD433E6D}" type="datetimeFigureOut">
              <a:rPr lang="en-US" smtClean="0"/>
              <a:t>4/20/2020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6F40CE-180A-455E-92D8-C9A65FBF3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9C4FEE-53B6-47A4-B983-FB1EECC88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97766-88B8-406B-982A-36F5E92EF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052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2918B-6CF6-4FFD-B691-9522F63DC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14079-E90E-4085-A724-393D87170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8952A-298C-47BC-8E16-15E249D7D2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C6E3B4-4794-45CD-9205-2EB28DCCD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CDAE4-581B-4AF4-8EB5-D688FD433E6D}" type="datetimeFigureOut">
              <a:rPr lang="en-US" smtClean="0"/>
              <a:t>4/20/2020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75CDFC-FA7C-4C90-8204-782A63B92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F4CC07-7BCF-4EC4-8D71-138C312E6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97766-88B8-406B-982A-36F5E92EF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109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8946E-7D2D-41C8-A6AD-CB73635C4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B01FF7-38D1-4732-8320-4AF97262FC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E90262-7BEF-41D3-B470-6F9535C70C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A47A3B-E87D-413D-A4A4-889B55FED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CDAE4-581B-4AF4-8EB5-D688FD433E6D}" type="datetimeFigureOut">
              <a:rPr lang="en-US" smtClean="0"/>
              <a:t>4/20/2020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43F619-67AB-4704-8BE6-78CB50DCA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F73613-CC45-4540-90A9-DA15C3FF3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97766-88B8-406B-982A-36F5E92EF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700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9EE34-B975-4230-BD28-AEF960CD8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AAED8-7711-4066-8EB4-A3DE22B5C6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C8FA7C-78AB-41C6-A388-2A4AC8E2D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CDAE4-581B-4AF4-8EB5-D688FD433E6D}" type="datetimeFigureOut">
              <a:rPr lang="en-US" smtClean="0"/>
              <a:t>4/20/2020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FFBC31-BAE7-4E68-AE2D-D14BECFA8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864193-538A-438B-BF45-6CE31324C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97766-88B8-406B-982A-36F5E92EF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345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6E6FBB-DBFF-494A-ACCF-60B02664F5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47AA23-BC38-4C6E-87FA-7DC8B9DB3E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795DB4-3032-48F6-9B2C-2935D14A6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CDAE4-581B-4AF4-8EB5-D688FD433E6D}" type="datetimeFigureOut">
              <a:rPr lang="en-US" smtClean="0"/>
              <a:t>4/20/2020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C4C6A9-2FFD-47EC-9C40-B649DC115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A8254-2837-45E3-9EA7-DF81E9615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97766-88B8-406B-982A-36F5E92EF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567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E9521D-BF46-4126-89B8-E95538299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3E6DA4-6D6D-4BC9-999A-696B6C40CF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574901-C184-41BF-ABA5-F4E33C5EE3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3CDAE4-581B-4AF4-8EB5-D688FD433E6D}" type="datetimeFigureOut">
              <a:rPr lang="en-US" smtClean="0"/>
              <a:t>4/20/2020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D5FA3A-0725-46E4-B4AE-273965F533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30E7B-21A9-47D0-BAED-CB9D7A2FD4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297766-88B8-406B-982A-36F5E92EF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067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EBDEC-EB03-4AA7-AEC2-2B71B88093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Study:</a:t>
            </a:r>
            <a:r>
              <a:rPr lang="en-A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Airline ticket purchasing system</a:t>
            </a:r>
            <a:br>
              <a:rPr lang="en-A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F61036-6BD0-4188-ACCE-5219B88A21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Hong Sheng Lim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ID: s3700829</a:t>
            </a:r>
          </a:p>
        </p:txBody>
      </p:sp>
    </p:spTree>
    <p:extLst>
      <p:ext uri="{BB962C8B-B14F-4D97-AF65-F5344CB8AC3E}">
        <p14:creationId xmlns:p14="http://schemas.microsoft.com/office/powerpoint/2010/main" val="2634764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5EFD1-CBDD-4EFE-85E5-C526F721C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Study:</a:t>
            </a: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Airline ticket purchasing system</a:t>
            </a:r>
            <a:b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711CC-4C93-4719-958B-2180BFAE64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-An airline normally issues a flight booking itinerary indicating the destination of the flights, quantities and terms the customer had agreed on upon paying,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-A flight booking itinerary is used to control the flight destination, date and service agreed from the airline.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 of System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To allow airline staff and customer to manage the booking.</a:t>
            </a:r>
          </a:p>
        </p:txBody>
      </p:sp>
    </p:spTree>
    <p:extLst>
      <p:ext uri="{BB962C8B-B14F-4D97-AF65-F5344CB8AC3E}">
        <p14:creationId xmlns:p14="http://schemas.microsoft.com/office/powerpoint/2010/main" val="2982366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F812A-5F3F-4EFB-B866-9A4707D3D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Study:</a:t>
            </a: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Airline ticket purchasing system</a:t>
            </a:r>
            <a:b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(cont’d)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E8A47-5E5F-4129-A009-A3AF43AE2B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-The flight booking itinerary is entered into the system by an airline staff.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-When placing an order, the following must be specified: customer details, flight number, quantity, add-ons and date of flight. The staff placing the order and the current date must be also recorded.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Entities present in the system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-itinerary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-customer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-flights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-staff</a:t>
            </a:r>
          </a:p>
        </p:txBody>
      </p:sp>
    </p:spTree>
    <p:extLst>
      <p:ext uri="{BB962C8B-B14F-4D97-AF65-F5344CB8AC3E}">
        <p14:creationId xmlns:p14="http://schemas.microsoft.com/office/powerpoint/2010/main" val="3407500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Content Placeholder 13" descr="A screenshot of a cell phone&#10;&#10;Description automatically generated">
            <a:extLst>
              <a:ext uri="{FF2B5EF4-FFF2-40B4-BE49-F238E27FC236}">
                <a16:creationId xmlns:a16="http://schemas.microsoft.com/office/drawing/2014/main" id="{25F7F4E8-8AEB-482F-B9C0-71D7921D91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9625" y="1328251"/>
            <a:ext cx="3272683" cy="5011042"/>
          </a:xfr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8F855426-164B-44AB-894A-B05478584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Airline ticket purchasing system - ERD </a:t>
            </a:r>
            <a:b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589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604A5-6DC9-4208-BCDC-ED4DFC5CD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Airline ticket purchasing system - Mock-up </a:t>
            </a:r>
            <a:b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Main Page)</a:t>
            </a:r>
            <a:endParaRPr lang="en-US" dirty="0"/>
          </a:p>
        </p:txBody>
      </p:sp>
      <p:pic>
        <p:nvPicPr>
          <p:cNvPr id="5" name="Content Placeholder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63066E28-8FCA-4E05-B3FD-A56D8EDF8F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8847" y="1825625"/>
            <a:ext cx="5874305" cy="4351338"/>
          </a:xfrm>
        </p:spPr>
      </p:pic>
    </p:spTree>
    <p:extLst>
      <p:ext uri="{BB962C8B-B14F-4D97-AF65-F5344CB8AC3E}">
        <p14:creationId xmlns:p14="http://schemas.microsoft.com/office/powerpoint/2010/main" val="1889532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9318C-1F93-43BB-A52E-9D89F4ED3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Airline ticket purchasing system - Mock-up </a:t>
            </a:r>
            <a:b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Customer Page)</a:t>
            </a:r>
            <a:endParaRPr lang="en-US" dirty="0"/>
          </a:p>
        </p:txBody>
      </p:sp>
      <p:pic>
        <p:nvPicPr>
          <p:cNvPr id="9" name="Content Placeholder 8" descr="A screenshot of a cell phone&#10;&#10;Description automatically generated">
            <a:extLst>
              <a:ext uri="{FF2B5EF4-FFF2-40B4-BE49-F238E27FC236}">
                <a16:creationId xmlns:a16="http://schemas.microsoft.com/office/drawing/2014/main" id="{1DCC87DD-69EB-4A50-8BB8-13145883AA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2961" y="1825625"/>
            <a:ext cx="5886078" cy="4351338"/>
          </a:xfrm>
        </p:spPr>
      </p:pic>
    </p:spTree>
    <p:extLst>
      <p:ext uri="{BB962C8B-B14F-4D97-AF65-F5344CB8AC3E}">
        <p14:creationId xmlns:p14="http://schemas.microsoft.com/office/powerpoint/2010/main" val="3103965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9C8EA-0E5D-46DE-9F28-81705EE0C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Airline ticket purchasing system - Mock-up </a:t>
            </a:r>
            <a:b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Flights Page)</a:t>
            </a:r>
            <a:endParaRPr lang="en-US" dirty="0"/>
          </a:p>
        </p:txBody>
      </p:sp>
      <p:pic>
        <p:nvPicPr>
          <p:cNvPr id="9" name="Content Placeholder 8" descr="A screenshot of a cell phone&#10;&#10;Description automatically generated">
            <a:extLst>
              <a:ext uri="{FF2B5EF4-FFF2-40B4-BE49-F238E27FC236}">
                <a16:creationId xmlns:a16="http://schemas.microsoft.com/office/drawing/2014/main" id="{78459AD9-463B-4C4B-B08A-7D8D70E26A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8847" y="1825625"/>
            <a:ext cx="5874305" cy="4351338"/>
          </a:xfrm>
        </p:spPr>
      </p:pic>
    </p:spTree>
    <p:extLst>
      <p:ext uri="{BB962C8B-B14F-4D97-AF65-F5344CB8AC3E}">
        <p14:creationId xmlns:p14="http://schemas.microsoft.com/office/powerpoint/2010/main" val="2204981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006D7-612B-4277-A7C8-3591F7751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Airline ticket purchasing system - Mock-up </a:t>
            </a:r>
            <a:b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Itinerary Page)</a:t>
            </a:r>
            <a:endParaRPr lang="en-US" dirty="0"/>
          </a:p>
        </p:txBody>
      </p:sp>
      <p:pic>
        <p:nvPicPr>
          <p:cNvPr id="5" name="Content Placeholder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DAD2B260-DD72-4C36-B0ED-B61FDDC982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8847" y="1825625"/>
            <a:ext cx="5874305" cy="4351338"/>
          </a:xfrm>
        </p:spPr>
      </p:pic>
    </p:spTree>
    <p:extLst>
      <p:ext uri="{BB962C8B-B14F-4D97-AF65-F5344CB8AC3E}">
        <p14:creationId xmlns:p14="http://schemas.microsoft.com/office/powerpoint/2010/main" val="479762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AF9E6-DF17-40E3-BB0D-6A2AAC813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Airline ticket purchasing system - Mock-up </a:t>
            </a:r>
            <a:b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Staff Page)</a:t>
            </a:r>
            <a:endParaRPr lang="en-US" dirty="0"/>
          </a:p>
        </p:txBody>
      </p:sp>
      <p:pic>
        <p:nvPicPr>
          <p:cNvPr id="10" name="Content Placeholder 9" descr="A screenshot of a cell phone&#10;&#10;Description automatically generated">
            <a:extLst>
              <a:ext uri="{FF2B5EF4-FFF2-40B4-BE49-F238E27FC236}">
                <a16:creationId xmlns:a16="http://schemas.microsoft.com/office/drawing/2014/main" id="{73DD4E0A-B933-407B-9EFE-FBA0A68860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2961" y="1825625"/>
            <a:ext cx="5886078" cy="4351338"/>
          </a:xfrm>
        </p:spPr>
      </p:pic>
    </p:spTree>
    <p:extLst>
      <p:ext uri="{BB962C8B-B14F-4D97-AF65-F5344CB8AC3E}">
        <p14:creationId xmlns:p14="http://schemas.microsoft.com/office/powerpoint/2010/main" val="17077439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713</TotalTime>
  <Words>231</Words>
  <Application>Microsoft Office PowerPoint</Application>
  <PresentationFormat>Widescreen</PresentationFormat>
  <Paragraphs>24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Case Study: Airline ticket purchasing system </vt:lpstr>
      <vt:lpstr>Case Study: Airline ticket purchasing system </vt:lpstr>
      <vt:lpstr>Case Study: Airline ticket purchasing system (cont’d)</vt:lpstr>
      <vt:lpstr>Airline ticket purchasing system - ERD  </vt:lpstr>
      <vt:lpstr>Airline ticket purchasing system - Mock-up  ( Main Page)</vt:lpstr>
      <vt:lpstr>Airline ticket purchasing system - Mock-up  ( Customer Page)</vt:lpstr>
      <vt:lpstr>Airline ticket purchasing system - Mock-up  ( Flights Page)</vt:lpstr>
      <vt:lpstr>Airline ticket purchasing system - Mock-up  ( Itinerary Page)</vt:lpstr>
      <vt:lpstr>Airline ticket purchasing system - Mock-up  ( Staff Page)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Study: Airline ticket purchasing system </dc:title>
  <dc:creator>lim hong sheng</dc:creator>
  <cp:lastModifiedBy>lim hong sheng</cp:lastModifiedBy>
  <cp:revision>17</cp:revision>
  <dcterms:created xsi:type="dcterms:W3CDTF">2020-04-18T07:59:25Z</dcterms:created>
  <dcterms:modified xsi:type="dcterms:W3CDTF">2020-04-20T07:09:23Z</dcterms:modified>
</cp:coreProperties>
</file>